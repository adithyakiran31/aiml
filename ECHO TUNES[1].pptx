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B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2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4B4DB-684D-4176-A3F4-FDBFDC4A1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50226A-FBFB-4415-AE25-6780C93A1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DC94F-6CAF-4BD2-9168-46762E8E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2B8D9-B649-4F1F-A28F-15063F5AF95F}" type="datetimeFigureOut">
              <a:rPr lang="en-IN" smtClean="0"/>
              <a:t>17-09-2024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C5785-0923-46CB-BB6A-10A55FFE2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77DC0-1248-4A85-975C-8F4465DBA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65076-0D45-4D3E-97E2-8814F3207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641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3F1EC-5814-4A27-B40D-4A46533C5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A3874-15DD-45FB-AB8E-BD65E4247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2CF50-FEF8-4F57-BC59-CBE2C7DAC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2B8D9-B649-4F1F-A28F-15063F5AF95F}" type="datetimeFigureOut">
              <a:rPr lang="en-IN" smtClean="0"/>
              <a:t>17-09-2024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68A3D-51FD-4E07-944C-CED1F9ED7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FA3B3-9AEC-4FB0-8BA6-C84E6AD53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65076-0D45-4D3E-97E2-8814F3207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221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194A0-276F-41E1-A452-872D019F2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2F690-C3FD-42CF-B06D-CEEE40548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37085-52AF-4370-8B09-CEC03BE1A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2B8D9-B649-4F1F-A28F-15063F5AF95F}" type="datetimeFigureOut">
              <a:rPr lang="en-IN" smtClean="0"/>
              <a:t>17-09-2024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3B3FB-F3D5-4ECB-B3EA-286F9DB23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9D13E-5EAD-48D1-9FBD-756AAE80A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65076-0D45-4D3E-97E2-8814F3207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672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63961-9775-4911-B656-39E0F4F63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516A3-6CD2-4AA8-9080-EEF81566CE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E8359B-8B99-44D8-AFC0-552A4DF881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EBD12-0250-49E5-A774-9A8756A89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2B8D9-B649-4F1F-A28F-15063F5AF95F}" type="datetimeFigureOut">
              <a:rPr lang="en-IN" smtClean="0"/>
              <a:t>17-09-2024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FE0226-A794-4DC3-8D3F-600CD2276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D06B3-6867-4E09-9462-F5BD0EF75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65076-0D45-4D3E-97E2-8814F3207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17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88AE2-E511-427C-8BE5-A5B7A99EB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8F1B3-EAC4-47DF-A00D-17A2C8A43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492F0-942F-414F-B30C-3F140DDE0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0AB68E-9B0A-49A0-B5AF-90447954EB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FFED79-76D9-4577-9884-BC697276BC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BFC264-0BC4-4870-9BEE-BA417D23B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2B8D9-B649-4F1F-A28F-15063F5AF95F}" type="datetimeFigureOut">
              <a:rPr lang="en-IN" smtClean="0"/>
              <a:t>17-09-2024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82FF80-90C2-4B01-9A84-298FC23FD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0A770F-1D2A-421D-949A-FF403B848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65076-0D45-4D3E-97E2-8814F3207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456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E806-261B-438C-A716-474585A72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D88E32-0F33-48CF-A6D5-3FF81BEA4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2B8D9-B649-4F1F-A28F-15063F5AF95F}" type="datetimeFigureOut">
              <a:rPr lang="en-IN" smtClean="0"/>
              <a:t>17-09-2024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4D9101-9CDD-4AAF-A4EC-D866D6C90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463747-F5A4-4F3D-887C-BECAD0ED7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65076-0D45-4D3E-97E2-8814F3207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010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7E897E-13BE-449F-9E77-F0C2AC481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2B8D9-B649-4F1F-A28F-15063F5AF95F}" type="datetimeFigureOut">
              <a:rPr lang="en-IN" smtClean="0"/>
              <a:t>17-09-2024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0D249A-B929-4713-8951-91C36C577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15261-A87A-4FE2-B769-45C3EFF05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65076-0D45-4D3E-97E2-8814F3207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891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14D9C-8550-4217-A064-9B3544D78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91C52-4BDF-4CEF-8C60-1FAE02778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BB2AC4-5E83-4B11-B3CC-4E4A191895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07840D-E43A-41D6-AF1D-324112F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2B8D9-B649-4F1F-A28F-15063F5AF95F}" type="datetimeFigureOut">
              <a:rPr lang="en-IN" smtClean="0"/>
              <a:t>17-09-2024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FA197-E755-4C1C-B374-51709A701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152EB-5CD9-47BC-935C-445C3133D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65076-0D45-4D3E-97E2-8814F3207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11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7A090-F40D-4144-A99A-6E146B283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214161-34E7-435E-9512-9D0A62E306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AF39F-CB77-41DE-8C1B-8BF153987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77D8C9-8A15-4FEE-905C-9EE21DCCF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2B8D9-B649-4F1F-A28F-15063F5AF95F}" type="datetimeFigureOut">
              <a:rPr lang="en-IN" smtClean="0"/>
              <a:t>17-09-2024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9020A6-09C7-4312-8521-B50DC9D88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F2195-3769-496D-97CC-C55F29590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65076-0D45-4D3E-97E2-8814F3207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625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4998E-D660-4D64-9A59-7BCC14F59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5C395-F111-4D25-9F2C-71524A56F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CA201-6C4E-46E3-AA8F-92FF22D03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2B8D9-B649-4F1F-A28F-15063F5AF95F}" type="datetimeFigureOut">
              <a:rPr lang="en-IN" smtClean="0"/>
              <a:t>17-09-2024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D8ABD-1999-4FC0-8262-919B8C3FB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BC1D9-B721-45D6-AC95-855782AD0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65076-0D45-4D3E-97E2-8814F3207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783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345D8B-2881-4A2E-B594-8B0CF3DBBB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520D8A-2552-4C7C-8ABA-D68F1FA4F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6E608-75D0-4B6B-B4C3-14C482CA6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2B8D9-B649-4F1F-A28F-15063F5AF95F}" type="datetimeFigureOut">
              <a:rPr lang="en-IN" smtClean="0"/>
              <a:t>17-09-2024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D493F-832F-416A-9A12-AE7093B56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F4289-920B-4602-A6A3-161E82C89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65076-0D45-4D3E-97E2-8814F3207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275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015562-25E0-465B-8CC4-DE875B662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927C6A-6787-4609-BC4D-F4886490F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48582-55B6-4805-AA74-897E943FE3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2B8D9-B649-4F1F-A28F-15063F5AF95F}" type="datetimeFigureOut">
              <a:rPr lang="en-IN" smtClean="0"/>
              <a:t>17-09-2024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3DB94-4CBC-4143-83C9-2D04D16851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46256-94A3-40F4-963C-33938DDFA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965076-0D45-4D3E-97E2-8814F3207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912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C1939-E901-76FC-548E-729A94E25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1A427-F779-EDAB-06F7-676216654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EA5F94-BFCB-99D9-66B0-148BE4DFE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657" y="-10983"/>
            <a:ext cx="8737753" cy="686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118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ECHO TUNES: A MACHINE LEARNING-BASED MUSIC RECOMMENDATION SYSTEM</dc:title>
  <dc:creator>Ashrith balgury</dc:creator>
  <cp:lastModifiedBy>Adithya Kiran Goud Thigulla .</cp:lastModifiedBy>
  <cp:revision>4</cp:revision>
  <dcterms:created xsi:type="dcterms:W3CDTF">2024-09-17T06:40:31Z</dcterms:created>
  <dcterms:modified xsi:type="dcterms:W3CDTF">2024-09-17T11:23:05Z</dcterms:modified>
</cp:coreProperties>
</file>